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6e-72c2-873d-8000-0000c5ef21dc.png?kimi-sig=tIpWmu3ZNbPHR54gb-NWOx6wIAnKYaBlCXKfff8_KK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7a-6262-8656-8000-0000f64c10be.png?kimi-sig=AT6OYXlh9l6LZYlo-Ow48Pu3OpXnrvCbCZauR6XqqV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79-de82-841d-8000-00007b74853d.png?kimi-sig=Rh7HSw3ME4kTUddmOzGN9BYwTk5HqdLFkScotXre6A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7a-5312-828b-8000-0000d72a8230.png?kimi-sig=GaB22X_RtJ4pcZRpw5YKtXtLL6nwgl92O4xqcuJFX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7a-7fd2-80bd-8000-0000956a3dad.png?kimi-sig=KXIr_Nn8uIBK9skVQ9qgzu9AXR-Y_mfn9HlqySi01X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75-4f62-8730-8000-0000faf9b21e.png?kimi-sig=hbR4zO0zFCH2s2tvZ3ci_D-JbMDqwUUUMyKnHZGU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5-8472-8afb-8000-00006bfd0cd7.png?kimi-sig=WbTwXEQEcyHS9Bwr9l_olK1K33-wYzc5k-BWDuu5A_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6-eb92-8061-8000-000046f6b499.png?kimi-sig=ZF1Yr3La9wLjQluAfANu8WZFnRjGI4RAEOoSxyudt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6-41e2-8bb2-8000-00003fefea0f.png?kimi-sig=uWqWsd1oOjbyq6z_m5BL5i04tG25rgFpKNfWxZk9pk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8-8e72-8044-8000-00000a79bef7.png?kimi-sig=cQZxXa3aVG131QLADUDMtIdN_nrA-r3JdQ8KmAUysx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88-3d12-8a9b-8000-0000be5f5a81.png?kimi-sig=OuWJfDUEi3C3_xiFFnkGLSDkYb8x5xwD0P9rEBlFN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e095-f952-8d10-8000-0000a47c5af4.png?kimi-sig=Je9bdvbpyRS8oQyh_CoMaYQGzBGmhs63pdibUFTAKc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Textora: Future of BizCom</dc:title>
  <dc:subject>Textora: Future of BizCom</dc:subject>
  <dc:creator>Kimi</dc:creator>
  <cp:lastModifiedBy>Kimi</cp:lastModifiedBy>
  <cp:revision>1</cp:revision>
  <dcterms:created xsi:type="dcterms:W3CDTF">2025-12-08T12:58:06Z</dcterms:created>
  <dcterms:modified xsi:type="dcterms:W3CDTF">2025-12-08T12:58:06Z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{"Label":"Textora: Future of BizCom","ContentProducer":"001191110108MACG2KBH8F10000","ProduceID":"d4rckg8lrq4spepm1a80","ReservedCode1":"","ContentPropagator":"001191110108MACG2KBH8F20000","PropagateID":"d4rckg8lrq4spepm1a80","ReservedCode2":""}</vt:lpwstr>
  </property>
</Properties>
</file>